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1867" y="-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76233D-07EB-87BB-AD89-BBABD8443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5807EC-5B66-59FF-C308-BFC996F94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F38CA0-1D87-A66B-6EFB-C9BFF827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462D0-FF54-13B5-C34E-83F6D956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E76207-F6D4-4D9E-25F5-51636B6A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007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678CA-B4FD-1D0F-F255-C8BAB988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89BB7-5380-797C-0D59-6DBD7A078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B030AB-88F1-5C8A-D002-01DF3FDD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4C380B-1EC0-0D3C-9340-B587E771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E472E8-7135-26A9-CB67-31758FC6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86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15E58-F2B5-8EC7-5BE2-58755BCF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361DD7-F36F-B689-00B9-F1C6E2A7E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EE390-25E3-8DA5-A6C2-9B3DB5AF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8F6DEF-FDEF-A415-6D07-519ECCD6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C72CFA-585E-D7EC-A01B-E1D80E52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76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07251-BF20-520A-660E-F7CC9555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ACFBD3-F947-57A6-35F5-9DA8E50C8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21A762-48DA-EDE0-DCCE-9E5FB9A88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313F9B-223D-B1AA-E8E0-EE817BEE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11F433-792F-8220-DFBD-9523F37F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32ACB7-6C63-8B56-F4BE-D00C3D2D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70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D9C80-F821-0014-7151-53B439D2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4C756F-E879-50B0-2769-7060C74DF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07DFA0-2CCC-334B-6B6A-9A6326FE2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8153B14-73F0-18E0-618D-1108440D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C1FDDB6-7272-FFE9-C347-5C90FEECE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CA9254D-7782-48A0-B33B-14E0916A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DEA3985-3988-7254-11E5-F2423760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8E690E-0F9D-840E-FB89-9BC16BA5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09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F64B3-917A-8B09-62DC-CECA769B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7E112D-C016-68D4-1701-3EBFD437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CFDEB6-A689-47AC-4744-51111A97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58849C-DBD4-4358-EB6C-C4CDF3ED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83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6EE6A-1ABA-E1AF-7B99-C84D8E5B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62CA1F-0E09-C6EA-96EB-6C4963A3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838BE-4EED-C269-3DC7-E60EAC5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57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88395-3333-4672-81DE-CF11FC69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FE34AA-0F66-3D83-EB59-3B8BAD509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D9067A-20A1-9D60-9781-F534710A9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EC3CC8-E6B8-6830-84AC-CD6DADF3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E83E2C-4E5D-C081-2F77-7050A289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6E2614-67CF-02F3-3A5C-348BBB53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38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FF9199-56DD-ED80-9CDB-7620F367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4266251-E630-47B1-9AE2-4A24EAC78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6FA336-5420-1548-6DEE-701295FFC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27B4A2-E9CE-7882-4307-DF23FDAC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62ABB1-2D19-A824-CD1E-8407EA69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36CA7-6770-1C9F-E0FC-28664FAA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93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1E3DA-8374-14B5-D7FE-099BCF1E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9C5D1F-E943-6F34-7077-7541260A9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CD34ED-A3A1-20EA-E6F0-40E072F0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A41278-CC9D-B67A-1490-E8B95B28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C8497B-C5C7-741D-61F7-DD817CEB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92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36BA0E-AF98-AF45-0614-50F162A2D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30D6B0-ACA8-6309-4551-531ECE879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4F928C-44E0-0A10-B4FF-C9343377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17490A-24DC-1801-8EF7-43B74ADE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66CA4F-1C2B-67FC-4095-ECFA4BF9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76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537916-36F2-C805-4FDD-5282C0C1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B4FC04-7D19-3470-BF31-D94C434C3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CDFED-C069-B1F6-5841-0C8D33608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95DA1-B574-4665-8790-DA88C4B36B9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10EDEF-AFE8-F9F0-9F2F-99640B50F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D6BB1E-0270-2C06-2933-A857002E5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F5A24-FD71-4004-8968-517D1027DC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27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C6A825E4-F080-BAF7-B10B-94A879F32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311" y="552322"/>
            <a:ext cx="8067498" cy="4151758"/>
          </a:xfrm>
          <a:prstGeom prst="rect">
            <a:avLst/>
          </a:prstGeom>
        </p:spPr>
      </p:pic>
      <p:pic>
        <p:nvPicPr>
          <p:cNvPr id="1026" name="Picture 2" descr="Raspberry Pi — Wikipédia">
            <a:extLst>
              <a:ext uri="{FF2B5EF4-FFF2-40B4-BE49-F238E27FC236}">
                <a16:creationId xmlns:a16="http://schemas.microsoft.com/office/drawing/2014/main" id="{513E1E9B-309C-B482-1197-030EFC557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34" y="5083692"/>
            <a:ext cx="807470" cy="101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CB67EF6-1EE8-BA76-09D2-104A21E9C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963" y="4917440"/>
            <a:ext cx="1528897" cy="118366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0BF6659-0F37-F2B1-8FE2-2B0A73A1D476}"/>
              </a:ext>
            </a:extLst>
          </p:cNvPr>
          <p:cNvSpPr txBox="1"/>
          <p:nvPr/>
        </p:nvSpPr>
        <p:spPr>
          <a:xfrm>
            <a:off x="7452678" y="5083692"/>
            <a:ext cx="16154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/>
              <a:t>API</a:t>
            </a:r>
          </a:p>
        </p:txBody>
      </p:sp>
      <p:pic>
        <p:nvPicPr>
          <p:cNvPr id="1030" name="Picture 6" descr="javascript logo png, javascript icon transparent png ...">
            <a:extLst>
              <a:ext uri="{FF2B5EF4-FFF2-40B4-BE49-F238E27FC236}">
                <a16:creationId xmlns:a16="http://schemas.microsoft.com/office/drawing/2014/main" id="{4184EF9D-BED2-10C2-84A9-25EBC076A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036" y="4914724"/>
            <a:ext cx="1276964" cy="127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45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Deep Dive into Amazon QuickSight | by Usama Malik | AWS in Plain English">
            <a:extLst>
              <a:ext uri="{FF2B5EF4-FFF2-40B4-BE49-F238E27FC236}">
                <a16:creationId xmlns:a16="http://schemas.microsoft.com/office/drawing/2014/main" id="{93C09FF6-FCA8-EFBE-9609-5E0E688A1C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563" y="3196866"/>
            <a:ext cx="1743392" cy="71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lternatives à AWS">
            <a:extLst>
              <a:ext uri="{FF2B5EF4-FFF2-40B4-BE49-F238E27FC236}">
                <a16:creationId xmlns:a16="http://schemas.microsoft.com/office/drawing/2014/main" id="{BE5DC6B6-D7CD-5F05-FD81-9E427DFB0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623" y="3315494"/>
            <a:ext cx="724442" cy="48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éaliste 4g 5g icônes 3d Réseau Internet Ordinateur 3d vecteur Illustration  vectorielle isolée | Vecteur Premium">
            <a:extLst>
              <a:ext uri="{FF2B5EF4-FFF2-40B4-BE49-F238E27FC236}">
                <a16:creationId xmlns:a16="http://schemas.microsoft.com/office/drawing/2014/main" id="{72077270-23BA-77FB-E32B-4C1C0FA69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313" y="3307808"/>
            <a:ext cx="996315" cy="49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texte, capture d’écran, carte&#10;&#10;Le contenu généré par l’IA peut être incorrect.">
            <a:extLst>
              <a:ext uri="{FF2B5EF4-FFF2-40B4-BE49-F238E27FC236}">
                <a16:creationId xmlns:a16="http://schemas.microsoft.com/office/drawing/2014/main" id="{423C4CD5-2631-2B54-5A1C-2359BF23E8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33" y="657556"/>
            <a:ext cx="4404742" cy="2339543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13EF1E5-1928-08DA-4FFA-2B837D942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902" y="3315494"/>
            <a:ext cx="487571" cy="48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5107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1</Words>
  <Application>Microsoft Office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Brousseau</dc:creator>
  <cp:lastModifiedBy>Pierre Brousseau</cp:lastModifiedBy>
  <cp:revision>1</cp:revision>
  <dcterms:created xsi:type="dcterms:W3CDTF">2025-11-10T17:13:16Z</dcterms:created>
  <dcterms:modified xsi:type="dcterms:W3CDTF">2025-11-11T18:05:12Z</dcterms:modified>
</cp:coreProperties>
</file>